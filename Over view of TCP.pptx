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73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81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85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163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79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398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04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0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04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1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03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E5C44-2BBC-483D-A969-EA39EFDCA48A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AA8B1-2EAE-4C44-A77E-910CC3D13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25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Over view of TCP/IP</a:t>
            </a:r>
          </a:p>
        </p:txBody>
      </p:sp>
    </p:spTree>
    <p:extLst>
      <p:ext uri="{BB962C8B-B14F-4D97-AF65-F5344CB8AC3E}">
        <p14:creationId xmlns:p14="http://schemas.microsoft.com/office/powerpoint/2010/main" val="232541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TCP/IP Model?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7072"/>
            <a:ext cx="7886700" cy="4859891"/>
          </a:xfrm>
        </p:spPr>
        <p:txBody>
          <a:bodyPr>
            <a:normAutofit fontScale="92500"/>
          </a:bodyPr>
          <a:lstStyle/>
          <a:p>
            <a:pPr algn="just"/>
            <a:r>
              <a:rPr lang="en-US" b="1" dirty="0" smtClean="0"/>
              <a:t>TCP/IP </a:t>
            </a:r>
            <a:r>
              <a:rPr lang="en-US" b="1" dirty="0"/>
              <a:t>Model</a:t>
            </a:r>
            <a:r>
              <a:rPr lang="en-US" dirty="0"/>
              <a:t> helps you to determine how a specific computer should be connected to the internet and how data should be transmitted between them.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helps you to create a virtual network when multiple computer networks are connected together. The purpose of TCP/IP model is to allow communication over large distances.</a:t>
            </a:r>
          </a:p>
          <a:p>
            <a:pPr algn="just"/>
            <a:r>
              <a:rPr lang="en-US" dirty="0"/>
              <a:t>TCP/IP stands for Transmission Control Protocol/ Internet Protocol. </a:t>
            </a:r>
            <a:endParaRPr lang="en-US" dirty="0" smtClean="0"/>
          </a:p>
          <a:p>
            <a:pPr algn="just"/>
            <a:r>
              <a:rPr lang="en-US" dirty="0" smtClean="0"/>
              <a:t>TCP/IP </a:t>
            </a:r>
            <a:r>
              <a:rPr lang="en-US" dirty="0"/>
              <a:t>Stack is specifically designed as a model to offer highly reliable and end-to-end byte stream over an unreliable internetwork.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99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TCP/IP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2" y="1191891"/>
            <a:ext cx="261937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00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functionality of the TCP IP model is divided into four layers, and each includes specific protocols.</a:t>
            </a:r>
          </a:p>
          <a:p>
            <a:pPr algn="just"/>
            <a:r>
              <a:rPr lang="en-US" dirty="0"/>
              <a:t>TCP/IP is a layered server architecture system in which each layer is defined according to a specific function to perform. All these four TCP IP layers work collaboratively to transmit the data from one layer to another.</a:t>
            </a:r>
          </a:p>
          <a:p>
            <a:pPr algn="just"/>
            <a:r>
              <a:rPr lang="en-US" dirty="0"/>
              <a:t>Application Layer</a:t>
            </a:r>
          </a:p>
          <a:p>
            <a:pPr algn="just"/>
            <a:r>
              <a:rPr lang="en-US" dirty="0"/>
              <a:t>Transport Layer</a:t>
            </a:r>
          </a:p>
          <a:p>
            <a:pPr algn="just"/>
            <a:r>
              <a:rPr lang="en-US" dirty="0"/>
              <a:t>Internet Layer</a:t>
            </a:r>
          </a:p>
          <a:p>
            <a:pPr algn="just"/>
            <a:r>
              <a:rPr lang="en-US" dirty="0"/>
              <a:t>Network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66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1396"/>
          <a:stretch/>
        </p:blipFill>
        <p:spPr>
          <a:xfrm>
            <a:off x="923925" y="2013357"/>
            <a:ext cx="7296150" cy="404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 Layer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Application </a:t>
            </a:r>
            <a:r>
              <a:rPr lang="en-US" dirty="0"/>
              <a:t>layer interacts with an application program, which is the highest level of OSI model. The application layer is the OSI layer, which is closest to the end-user. It means the OSI application layer allows users to interact with other software application.</a:t>
            </a:r>
          </a:p>
          <a:p>
            <a:pPr algn="just"/>
            <a:r>
              <a:rPr lang="en-US" dirty="0"/>
              <a:t>Application layer interacts with software applications to implement a communicating component. The interpretation of data by the application program is always outside the scope of the OSI model.</a:t>
            </a:r>
          </a:p>
          <a:p>
            <a:pPr algn="just"/>
            <a:r>
              <a:rPr lang="en-US" dirty="0"/>
              <a:t>Example of the application layer is an application such as file transfer, email, remote login,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3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function of the Application Layers are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Application-layer </a:t>
            </a:r>
            <a:r>
              <a:rPr lang="en-US" dirty="0"/>
              <a:t>helps you to identify communication partners, determining resource availability, and synchronizing communication.</a:t>
            </a:r>
          </a:p>
          <a:p>
            <a:pPr algn="just"/>
            <a:r>
              <a:rPr lang="en-US" dirty="0"/>
              <a:t>It allows users to log on to a remote host</a:t>
            </a:r>
          </a:p>
          <a:p>
            <a:pPr algn="just"/>
            <a:r>
              <a:rPr lang="en-US" dirty="0"/>
              <a:t>This layer provides various e-mail services</a:t>
            </a:r>
          </a:p>
          <a:p>
            <a:pPr algn="just"/>
            <a:r>
              <a:rPr lang="en-US" dirty="0"/>
              <a:t>This application offers distributed database sources and access for global information about various objects and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255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Transport Layer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Transport </a:t>
            </a:r>
            <a:r>
              <a:rPr lang="en-US" dirty="0"/>
              <a:t>layer builds on the network layer in order to provide data transport from a process on a source system machine to a process on a destination system.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hosted using single or multiple networks, and also maintains the quality of service functions.</a:t>
            </a:r>
          </a:p>
          <a:p>
            <a:pPr algn="just"/>
            <a:r>
              <a:rPr lang="en-US" dirty="0"/>
              <a:t>It determines how much data should be sent where and at what rate.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layer builds on the message which are received from the application layer. It helps ensure that data units are delivered error-free and in sequence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418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Transport layer helps you to control the reliability of a link through flow control, error control, and segmentation or de-segmentation.</a:t>
            </a:r>
          </a:p>
          <a:p>
            <a:pPr algn="just"/>
            <a:r>
              <a:rPr lang="en-US" dirty="0"/>
              <a:t>The transport layer also offers an acknowledgment of the successful data transmission and sends the next data in case no errors occurred. TCP is the best-known example of the transport layer.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145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Important </a:t>
            </a:r>
            <a:r>
              <a:rPr lang="en-US" b="1" dirty="0"/>
              <a:t>functions of Transport Layers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It </a:t>
            </a:r>
            <a:r>
              <a:rPr lang="en-US" dirty="0"/>
              <a:t>divides the message received from the session layer into segments and numbers them to make a sequence.</a:t>
            </a:r>
          </a:p>
          <a:p>
            <a:pPr algn="just"/>
            <a:r>
              <a:rPr lang="en-US" dirty="0"/>
              <a:t>Transport layer makes sure that the message is delivered to the correct process on the destination machine.</a:t>
            </a:r>
          </a:p>
          <a:p>
            <a:pPr algn="just"/>
            <a:r>
              <a:rPr lang="en-US" dirty="0"/>
              <a:t>It also makes sure that the entire message arrives without any error else it should be retransmitted.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21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 Layer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73791"/>
            <a:ext cx="7886700" cy="568773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main work of this layer is to send the packets from any network, and any computer still they reach the destination irrespective of the route they take.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Internet layer offers the functional and procedural method for transferring variable length data sequences from one node to another with the help of various networks.</a:t>
            </a:r>
          </a:p>
          <a:p>
            <a:pPr algn="just"/>
            <a:r>
              <a:rPr lang="en-US" dirty="0" smtClean="0"/>
              <a:t>Message </a:t>
            </a:r>
            <a:r>
              <a:rPr lang="en-US" dirty="0"/>
              <a:t>delivery at the network layer does not give any guaranteed to be reliable network layer protocol.</a:t>
            </a:r>
          </a:p>
          <a:p>
            <a:pPr algn="just"/>
            <a:r>
              <a:rPr lang="en-US" dirty="0" smtClean="0"/>
              <a:t>Layer-management </a:t>
            </a:r>
            <a:r>
              <a:rPr lang="en-US" dirty="0"/>
              <a:t>protocols that belong to the network layer are:</a:t>
            </a:r>
          </a:p>
          <a:p>
            <a:pPr algn="just"/>
            <a:r>
              <a:rPr lang="en-US" dirty="0" smtClean="0"/>
              <a:t>Routing </a:t>
            </a:r>
            <a:r>
              <a:rPr lang="en-US" dirty="0"/>
              <a:t>protocols</a:t>
            </a:r>
          </a:p>
          <a:p>
            <a:pPr algn="just"/>
            <a:r>
              <a:rPr lang="en-US" dirty="0"/>
              <a:t>Multicast group management</a:t>
            </a:r>
          </a:p>
          <a:p>
            <a:pPr algn="just"/>
            <a:r>
              <a:rPr lang="en-US" dirty="0"/>
              <a:t>Network-layer address assignment.</a:t>
            </a:r>
          </a:p>
        </p:txBody>
      </p:sp>
    </p:spTree>
    <p:extLst>
      <p:ext uri="{BB962C8B-B14F-4D97-AF65-F5344CB8AC3E}">
        <p14:creationId xmlns:p14="http://schemas.microsoft.com/office/powerpoint/2010/main" val="762251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Network Interface Layer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This </a:t>
            </a:r>
            <a:r>
              <a:rPr lang="en-US" dirty="0"/>
              <a:t>layer is also called a network access layer. It helps you to defines details of how data should be sent using the network.</a:t>
            </a:r>
          </a:p>
          <a:p>
            <a:pPr algn="just"/>
            <a:r>
              <a:rPr lang="en-US" dirty="0"/>
              <a:t>It also includes how bits should optically be signaled by hardware devices which directly interfaces with a network medium, like coaxial, optical, coaxial, fiber, or twisted-pair cables.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layer defines how the data should be sent physically through the network.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layer is responsible for the transmission of the data between two devices on the same network.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62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843929"/>
              </p:ext>
            </p:extLst>
          </p:nvPr>
        </p:nvGraphicFramePr>
        <p:xfrm>
          <a:off x="628650" y="1825625"/>
          <a:ext cx="78867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543846676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253382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OSI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TCP/IP </a:t>
                      </a:r>
                      <a:r>
                        <a:rPr lang="en-IN" dirty="0" smtClean="0">
                          <a:effectLst/>
                        </a:rPr>
                        <a:t>model</a:t>
                      </a:r>
                    </a:p>
                    <a:p>
                      <a:pPr algn="ctr"/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826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It is developed by ISO (International Standard Organization)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It is developed by ARPANET (Advanced Research Project Agency Network).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783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OSI model provides a clear distinction between interfaces, services, and protocols.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TCP/IP doesn’t have any clear distinguishing points between services, interfaces, and protocols.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379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OSI refers to Open Systems Interconnection.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TCP refers to Transmission Control </a:t>
                      </a:r>
                      <a:endParaRPr lang="en-IN" dirty="0" smtClean="0">
                        <a:effectLst/>
                      </a:endParaRPr>
                    </a:p>
                    <a:p>
                      <a:r>
                        <a:rPr lang="en-IN" dirty="0" smtClean="0">
                          <a:effectLst/>
                        </a:rPr>
                        <a:t>Protocol</a:t>
                      </a:r>
                      <a:r>
                        <a:rPr lang="en-IN" dirty="0">
                          <a:effectLst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43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OSI model, the transport layer is only connection-oriented.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 layer of the TCP/IP model is both connection-oriented and connectionless.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955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OSI layers have seven layers.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TCP/IP has four layers.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025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426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733</Words>
  <Application>Microsoft Office PowerPoint</Application>
  <PresentationFormat>On-screen Show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Over view of TCP/IP</vt:lpstr>
      <vt:lpstr>What is the TCP/IP Model? </vt:lpstr>
      <vt:lpstr>TCP/IP</vt:lpstr>
      <vt:lpstr>PowerPoint Presentation</vt:lpstr>
      <vt:lpstr>PowerPoint Presentation</vt:lpstr>
      <vt:lpstr>Application Layer </vt:lpstr>
      <vt:lpstr>The function of the Application Layers are </vt:lpstr>
      <vt:lpstr>Transport Layer </vt:lpstr>
      <vt:lpstr>PowerPoint Presentation</vt:lpstr>
      <vt:lpstr>Important functions of Transport Layers </vt:lpstr>
      <vt:lpstr>Internet Layer </vt:lpstr>
      <vt:lpstr>The Network Interface Layer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 view of TCP/IP</dc:title>
  <dc:creator>USER</dc:creator>
  <cp:lastModifiedBy>USER</cp:lastModifiedBy>
  <cp:revision>3</cp:revision>
  <dcterms:created xsi:type="dcterms:W3CDTF">2025-03-06T17:04:25Z</dcterms:created>
  <dcterms:modified xsi:type="dcterms:W3CDTF">2025-03-06T17:27:26Z</dcterms:modified>
</cp:coreProperties>
</file>