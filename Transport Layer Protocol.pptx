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070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18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39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38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449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80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75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17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15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06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83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F89C3-FBD0-4395-B5D8-91ACAD44441F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39485-E91A-4A86-80BC-5422BDA675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17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b="1" dirty="0"/>
              <a:t>Transport Layer Protocol.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8037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168" y="1671629"/>
            <a:ext cx="5157663" cy="45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9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Transport </a:t>
            </a:r>
            <a:r>
              <a:rPr lang="en-IN" dirty="0"/>
              <a:t>layer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149" y="1540399"/>
            <a:ext cx="7886700" cy="4801678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The </a:t>
            </a:r>
            <a:r>
              <a:rPr lang="en-IN" dirty="0"/>
              <a:t>general service provided by transport layer protocol is the end-to-end transport of data from the sender to receiver and vice versa.</a:t>
            </a:r>
          </a:p>
          <a:p>
            <a:pPr algn="just"/>
            <a:r>
              <a:rPr lang="en-IN" dirty="0"/>
              <a:t>This protocol divides the sender information in to </a:t>
            </a:r>
            <a:r>
              <a:rPr lang="en-IN" dirty="0" smtClean="0"/>
              <a:t>discrete </a:t>
            </a:r>
            <a:r>
              <a:rPr lang="en-IN" dirty="0"/>
              <a:t>message packets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 </a:t>
            </a:r>
            <a:r>
              <a:rPr lang="en-IN" dirty="0"/>
              <a:t>Then it delivers it to the receiver in the internet </a:t>
            </a:r>
            <a:r>
              <a:rPr lang="en-IN" b="1" dirty="0"/>
              <a:t>using a physical connection between them</a:t>
            </a:r>
            <a:r>
              <a:rPr lang="en-IN" dirty="0"/>
              <a:t>. At the receiving end it reassembles the received message packets into original data. </a:t>
            </a:r>
            <a:endParaRPr lang="en-IN" dirty="0" smtClean="0"/>
          </a:p>
          <a:p>
            <a:pPr algn="just"/>
            <a:r>
              <a:rPr lang="en-IN" dirty="0" smtClean="0"/>
              <a:t>This </a:t>
            </a:r>
            <a:r>
              <a:rPr lang="en-IN" dirty="0"/>
              <a:t>also controls the data flow between the sender and receiver.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55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3007" y="443888"/>
            <a:ext cx="8095376" cy="543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/>
              <a:t>(</a:t>
            </a:r>
            <a:r>
              <a:rPr lang="en-IN" b="1" dirty="0" err="1"/>
              <a:t>i</a:t>
            </a:r>
            <a:r>
              <a:rPr lang="en-IN" b="1" dirty="0"/>
              <a:t>) Packetizing</a:t>
            </a:r>
            <a:endParaRPr lang="en-IN" dirty="0"/>
          </a:p>
          <a:p>
            <a:pPr marL="0" indent="0" algn="just">
              <a:buNone/>
            </a:pPr>
            <a:r>
              <a:rPr lang="en-IN" dirty="0"/>
              <a:t>This is a process of dividing a long message into smaller units called packets. Headers are added in each packet. In the receiving side, the data packets are reassembled </a:t>
            </a:r>
            <a:r>
              <a:rPr lang="en-IN" b="1" dirty="0"/>
              <a:t>to form the data string.</a:t>
            </a:r>
            <a:endParaRPr lang="en-IN" dirty="0"/>
          </a:p>
          <a:p>
            <a:pPr marL="0" indent="0" algn="just">
              <a:buNone/>
            </a:pPr>
            <a:r>
              <a:rPr lang="en-IN" b="1" dirty="0"/>
              <a:t>(ii) Connection control</a:t>
            </a:r>
            <a:endParaRPr lang="en-IN" dirty="0"/>
          </a:p>
          <a:p>
            <a:pPr marL="0" indent="0" algn="just">
              <a:buNone/>
            </a:pPr>
            <a:r>
              <a:rPr lang="en-IN" dirty="0"/>
              <a:t>This is responsible for establishing connection between the sender and the receiver. This can be either connection oriented or connectionless.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555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b="1" dirty="0"/>
              <a:t>(iii) Addressing</a:t>
            </a:r>
            <a:endParaRPr lang="en-IN" dirty="0"/>
          </a:p>
          <a:p>
            <a:pPr marL="0" indent="0" algn="just">
              <a:buNone/>
            </a:pPr>
            <a:r>
              <a:rPr lang="en-IN" dirty="0"/>
              <a:t>The client needs the address of the remote computer to complete the communication. This addressing is implemented in the network layer.</a:t>
            </a:r>
          </a:p>
          <a:p>
            <a:pPr marL="0" indent="0" algn="just">
              <a:buNone/>
            </a:pPr>
            <a:r>
              <a:rPr lang="en-IN" b="1" dirty="0"/>
              <a:t>(iv) Providing reliability</a:t>
            </a:r>
            <a:endParaRPr lang="en-IN" dirty="0"/>
          </a:p>
          <a:p>
            <a:pPr marL="0" indent="0" algn="just">
              <a:buNone/>
            </a:pPr>
            <a:r>
              <a:rPr lang="en-IN" dirty="0"/>
              <a:t>To </a:t>
            </a:r>
            <a:r>
              <a:rPr lang="en-IN" dirty="0" smtClean="0"/>
              <a:t>guarantee </a:t>
            </a:r>
            <a:r>
              <a:rPr lang="en-IN" dirty="0"/>
              <a:t>the reliable delivery of data, acknowledgment and retransmission timers are used. Each time the data is sent a timer is started. If the receiver receives the data packet, it sends back the acknowledgment to the sender. If the sender </a:t>
            </a:r>
            <a:r>
              <a:rPr lang="en-IN" dirty="0" smtClean="0"/>
              <a:t>won’t </a:t>
            </a:r>
            <a:r>
              <a:rPr lang="en-IN" dirty="0"/>
              <a:t>receive the acknowledgment packet with in the time, the data packet is retransmitted.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881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532" t="8719" r="4127" b="8829"/>
          <a:stretch/>
        </p:blipFill>
        <p:spPr>
          <a:xfrm>
            <a:off x="302004" y="910411"/>
            <a:ext cx="8607104" cy="56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89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249</Words>
  <Application>Microsoft Office PowerPoint</Application>
  <PresentationFormat>On-screen Show (4:3)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Transport Layer Protocol. </vt:lpstr>
      <vt:lpstr>PowerPoint Presentation</vt:lpstr>
      <vt:lpstr>Transport layer protocol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Layer Protocol. </dc:title>
  <dc:creator>USER</dc:creator>
  <cp:lastModifiedBy>USER</cp:lastModifiedBy>
  <cp:revision>4</cp:revision>
  <dcterms:created xsi:type="dcterms:W3CDTF">2025-03-06T17:38:04Z</dcterms:created>
  <dcterms:modified xsi:type="dcterms:W3CDTF">2025-03-07T16:15:09Z</dcterms:modified>
</cp:coreProperties>
</file>