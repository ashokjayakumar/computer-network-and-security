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9" r:id="rId3"/>
    <p:sldId id="303" r:id="rId4"/>
    <p:sldId id="296" r:id="rId5"/>
    <p:sldId id="294" r:id="rId6"/>
    <p:sldId id="304" r:id="rId7"/>
    <p:sldId id="292" r:id="rId8"/>
    <p:sldId id="300" r:id="rId9"/>
    <p:sldId id="301" r:id="rId10"/>
    <p:sldId id="293" r:id="rId11"/>
    <p:sldId id="29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92" d="100"/>
          <a:sy n="92" d="100"/>
        </p:scale>
        <p:origin x="94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CBF5E-2210-462C-B5C4-2D9E98761249}" type="datetimeFigureOut">
              <a:rPr lang="en-US" smtClean="0"/>
              <a:pPr/>
              <a:t>1/29/2018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655B9-D92E-4630-A0D4-501A553BF8F3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Transmission control protocol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This protocol divides the sender information in to discrete message packets. </a:t>
            </a:r>
          </a:p>
          <a:p>
            <a:pPr algn="just"/>
            <a:r>
              <a:rPr lang="en-US" dirty="0" smtClean="0"/>
              <a:t>Then it delivers it to the receiver in the internet using a physical connection between them. </a:t>
            </a:r>
          </a:p>
          <a:p>
            <a:pPr algn="just"/>
            <a:r>
              <a:rPr lang="en-US" dirty="0" smtClean="0"/>
              <a:t>At the receiving end it reassembles the received message packets into original data. </a:t>
            </a:r>
          </a:p>
          <a:p>
            <a:pPr algn="just"/>
            <a:r>
              <a:rPr lang="en-US" dirty="0" smtClean="0"/>
              <a:t>This also controls the data flow between the sender and receiver.</a:t>
            </a:r>
            <a:endParaRPr lang="en-IN" dirty="0" smtClean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88640"/>
            <a:ext cx="8758398" cy="666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73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3" y="274638"/>
            <a:ext cx="8964488" cy="632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22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7077075" cy="181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F718-E10A-4611-B7AC-07679C5C5469}" type="slidenum">
              <a:rPr lang="ar-SA"/>
              <a:pPr/>
              <a:t>5</a:t>
            </a:fld>
            <a:endParaRPr lang="en-US" dirty="0"/>
          </a:p>
        </p:txBody>
      </p:sp>
      <p:sp>
        <p:nvSpPr>
          <p:cNvPr id="552962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057400" y="76200"/>
            <a:ext cx="4343400" cy="533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/>
            <a:r>
              <a:rPr lang="en-US" sz="3200" dirty="0">
                <a:cs typeface="Tahoma" pitchFamily="34" charset="0"/>
              </a:rPr>
              <a:t>	</a:t>
            </a:r>
            <a:r>
              <a:rPr lang="en-US" sz="3200" dirty="0"/>
              <a:t>UDP</a:t>
            </a:r>
          </a:p>
        </p:txBody>
      </p:sp>
      <p:sp>
        <p:nvSpPr>
          <p:cNvPr id="55296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757237"/>
            <a:ext cx="7772400" cy="495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000" dirty="0"/>
              <a:t>UDP is a connectionless, unreliable transport protocol.</a:t>
            </a:r>
          </a:p>
          <a:p>
            <a:r>
              <a:rPr lang="en-US" sz="2000" dirty="0"/>
              <a:t>It does not add anything to the services of IP except for providing process-to-process communication instead of host-to-host </a:t>
            </a:r>
            <a:r>
              <a:rPr lang="en-US" sz="2000" dirty="0" smtClean="0"/>
              <a:t>communication.</a:t>
            </a:r>
          </a:p>
          <a:p>
            <a:r>
              <a:rPr lang="en-US" sz="2000" dirty="0" smtClean="0">
                <a:cs typeface="Tahoma" pitchFamily="34" charset="0"/>
              </a:rPr>
              <a:t>UDP </a:t>
            </a:r>
            <a:r>
              <a:rPr lang="en-US" sz="2000" dirty="0">
                <a:cs typeface="Tahoma" pitchFamily="34" charset="0"/>
              </a:rPr>
              <a:t>is a connectionless, unreliable protocol that has no flow and error control. It uses port numbers to multiplex data from the application layer.</a:t>
            </a:r>
          </a:p>
        </p:txBody>
      </p:sp>
      <p:sp>
        <p:nvSpPr>
          <p:cNvPr id="552965" name="Rectangle 1029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552966" name="Rectangle 1030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552967" name="Rectangle 1031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552968" name="Rectangle 1032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552969" name="Rectangle 1033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552970" name="Rectangle 1034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552971" name="Rectangle 1035"/>
          <p:cNvSpPr>
            <a:spLocks noChangeArrowheads="1"/>
          </p:cNvSpPr>
          <p:nvPr/>
        </p:nvSpPr>
        <p:spPr bwMode="gray">
          <a:xfrm>
            <a:off x="442913" y="6540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80" y="3124856"/>
            <a:ext cx="8096190" cy="3414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060848"/>
            <a:ext cx="8136904" cy="171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455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0314-1A23-4ECD-B80D-10D12C5F0E5D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550914" name="Rectangle 2"/>
          <p:cNvSpPr>
            <a:spLocks noChangeArrowheads="1"/>
          </p:cNvSpPr>
          <p:nvPr/>
        </p:nvSpPr>
        <p:spPr bwMode="ltGray">
          <a:xfrm>
            <a:off x="366713" y="198438"/>
            <a:ext cx="438150" cy="47466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GB" sz="2400" b="0" dirty="0"/>
          </a:p>
        </p:txBody>
      </p:sp>
      <p:sp>
        <p:nvSpPr>
          <p:cNvPr id="550915" name="Rectangle 3"/>
          <p:cNvSpPr>
            <a:spLocks noChangeArrowheads="1"/>
          </p:cNvSpPr>
          <p:nvPr/>
        </p:nvSpPr>
        <p:spPr bwMode="ltGray">
          <a:xfrm>
            <a:off x="749300" y="1984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GB" sz="2400" b="0" dirty="0"/>
          </a:p>
        </p:txBody>
      </p:sp>
      <p:sp>
        <p:nvSpPr>
          <p:cNvPr id="550916" name="Rectangle 4"/>
          <p:cNvSpPr>
            <a:spLocks noChangeArrowheads="1"/>
          </p:cNvSpPr>
          <p:nvPr/>
        </p:nvSpPr>
        <p:spPr bwMode="ltGray">
          <a:xfrm>
            <a:off x="490538" y="620713"/>
            <a:ext cx="422275" cy="4746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GB" sz="2400" b="0" dirty="0"/>
          </a:p>
        </p:txBody>
      </p:sp>
      <p:sp>
        <p:nvSpPr>
          <p:cNvPr id="550917" name="Rectangle 5"/>
          <p:cNvSpPr>
            <a:spLocks noChangeArrowheads="1"/>
          </p:cNvSpPr>
          <p:nvPr/>
        </p:nvSpPr>
        <p:spPr bwMode="ltGray">
          <a:xfrm>
            <a:off x="860425" y="620713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GB" sz="2400" b="0" dirty="0"/>
          </a:p>
        </p:txBody>
      </p:sp>
      <p:sp>
        <p:nvSpPr>
          <p:cNvPr id="550918" name="Rectangle 6"/>
          <p:cNvSpPr>
            <a:spLocks noChangeArrowheads="1"/>
          </p:cNvSpPr>
          <p:nvPr/>
        </p:nvSpPr>
        <p:spPr bwMode="ltGray">
          <a:xfrm>
            <a:off x="76200" y="54768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GB" sz="2400" b="0" dirty="0"/>
          </a:p>
        </p:txBody>
      </p:sp>
      <p:sp>
        <p:nvSpPr>
          <p:cNvPr id="550919" name="Rectangle 7"/>
          <p:cNvSpPr>
            <a:spLocks noChangeArrowheads="1"/>
          </p:cNvSpPr>
          <p:nvPr/>
        </p:nvSpPr>
        <p:spPr bwMode="gray">
          <a:xfrm>
            <a:off x="711200" y="90488"/>
            <a:ext cx="31750" cy="105251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GB" sz="2400" b="0" dirty="0"/>
          </a:p>
        </p:txBody>
      </p:sp>
      <p:sp>
        <p:nvSpPr>
          <p:cNvPr id="550920" name="Rectangle 8"/>
          <p:cNvSpPr>
            <a:spLocks noChangeArrowheads="1"/>
          </p:cNvSpPr>
          <p:nvPr/>
        </p:nvSpPr>
        <p:spPr bwMode="gray">
          <a:xfrm>
            <a:off x="442913" y="7445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GB" sz="2400" b="0" dirty="0"/>
          </a:p>
        </p:txBody>
      </p:sp>
      <p:sp>
        <p:nvSpPr>
          <p:cNvPr id="55092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95400"/>
            <a:ext cx="8458200" cy="5105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US" sz="2800" dirty="0"/>
              <a:t>Host-to-host network layer delivery protocol for the Internet.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Unreliable and connectionless datagram protocol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Best-effort: no error control or flow control.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Has error detection mechanism to discard the packets that are corrupted.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For reliability, use IP with TCP.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Each datagram is delivered independently and via different routes.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Datagrams: Packets of IP layer.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Variable-length packet consisting of header [20 to 60 bytes] and data.</a:t>
            </a:r>
          </a:p>
        </p:txBody>
      </p:sp>
      <p:sp>
        <p:nvSpPr>
          <p:cNvPr id="55092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2590800" y="76200"/>
            <a:ext cx="3886200" cy="609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/>
            <a:r>
              <a:rPr lang="en-US" dirty="0"/>
              <a:t>IP</a:t>
            </a:r>
          </a:p>
        </p:txBody>
      </p:sp>
      <p:sp>
        <p:nvSpPr>
          <p:cNvPr id="2" name="Rectangle 1"/>
          <p:cNvSpPr/>
          <p:nvPr/>
        </p:nvSpPr>
        <p:spPr>
          <a:xfrm>
            <a:off x="1444627" y="291346"/>
            <a:ext cx="29477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Network layer protocol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600200"/>
            <a:ext cx="7488832" cy="456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9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"/>
            <a:ext cx="856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9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3B5-F70D-4E33-BC70-AD94B5C21AE3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487426" name="Text Box 2"/>
          <p:cNvSpPr txBox="1">
            <a:spLocks noChangeArrowheads="1"/>
          </p:cNvSpPr>
          <p:nvPr/>
        </p:nvSpPr>
        <p:spPr bwMode="auto">
          <a:xfrm>
            <a:off x="990600" y="76200"/>
            <a:ext cx="6705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en-US" sz="3600" b="0" dirty="0"/>
              <a:t>IP datagram</a:t>
            </a:r>
          </a:p>
        </p:txBody>
      </p:sp>
      <p:sp>
        <p:nvSpPr>
          <p:cNvPr id="48742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487428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487429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487430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487431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487432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487433" name="Rectangle 9"/>
          <p:cNvSpPr>
            <a:spLocks noChangeArrowheads="1"/>
          </p:cNvSpPr>
          <p:nvPr/>
        </p:nvSpPr>
        <p:spPr bwMode="gray">
          <a:xfrm>
            <a:off x="442913" y="6540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 dirty="0"/>
          </a:p>
        </p:txBody>
      </p:sp>
      <p:sp>
        <p:nvSpPr>
          <p:cNvPr id="487436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419600"/>
            <a:ext cx="7772400" cy="2057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HLEN must be multiplied by 4 to get the length in bytes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Differentiated services: </a:t>
            </a:r>
            <a:r>
              <a:rPr lang="en-US" sz="2000" dirty="0" err="1"/>
              <a:t>QoS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Total length = length of data + header length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TTL: number of hops; approx 2 times the maximum number of routes between any two hosts.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Protocol: Defines the higher level protocol that uses IP layer.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5842" name="Picture 2" descr="Image result for difference between tcp udp"/>
          <p:cNvPicPr>
            <a:picLocks noChangeAspect="1" noChangeArrowheads="1"/>
          </p:cNvPicPr>
          <p:nvPr/>
        </p:nvPicPr>
        <p:blipFill>
          <a:blip r:embed="rId2"/>
          <a:srcRect l="5151" t="6956" r="4189" b="1062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253</Words>
  <Application>Microsoft Office PowerPoint</Application>
  <PresentationFormat>On-screen Show (4:3)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Tahoma</vt:lpstr>
      <vt:lpstr>Office Theme</vt:lpstr>
      <vt:lpstr>Transmission control protocol</vt:lpstr>
      <vt:lpstr>PowerPoint Presentation</vt:lpstr>
      <vt:lpstr>PowerPoint Presentation</vt:lpstr>
      <vt:lpstr>PowerPoint Presentation</vt:lpstr>
      <vt:lpstr> UDP</vt:lpstr>
      <vt:lpstr>PowerPoint Presentation</vt:lpstr>
      <vt:lpstr>IP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Features</dc:title>
  <dc:creator>ELCOT</dc:creator>
  <cp:lastModifiedBy>ASHOK</cp:lastModifiedBy>
  <cp:revision>38</cp:revision>
  <dcterms:created xsi:type="dcterms:W3CDTF">2018-01-23T17:01:31Z</dcterms:created>
  <dcterms:modified xsi:type="dcterms:W3CDTF">2018-01-29T04:25:01Z</dcterms:modified>
</cp:coreProperties>
</file>